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448F6-FE51-9B4A-9042-F3B7B6F6D525}" v="2" dt="2026-05-05T17:21:36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, Danny" userId="c8f69bd6-2ec2-4110-847e-fd81644c98b2" providerId="ADAL" clId="{C9B5AFDC-19F5-52B3-9842-C951C521F636}"/>
    <pc:docChg chg="modSld">
      <pc:chgData name="Lee, Danny" userId="c8f69bd6-2ec2-4110-847e-fd81644c98b2" providerId="ADAL" clId="{C9B5AFDC-19F5-52B3-9842-C951C521F636}" dt="2026-05-05T17:21:36.805" v="1" actId="767"/>
      <pc:docMkLst>
        <pc:docMk/>
      </pc:docMkLst>
      <pc:sldChg chg="addSp modSp">
        <pc:chgData name="Lee, Danny" userId="c8f69bd6-2ec2-4110-847e-fd81644c98b2" providerId="ADAL" clId="{C9B5AFDC-19F5-52B3-9842-C951C521F636}" dt="2026-05-05T17:21:36.805" v="1" actId="767"/>
        <pc:sldMkLst>
          <pc:docMk/>
          <pc:sldMk cId="0" sldId="274"/>
        </pc:sldMkLst>
        <pc:spChg chg="add mod">
          <ac:chgData name="Lee, Danny" userId="c8f69bd6-2ec2-4110-847e-fd81644c98b2" providerId="ADAL" clId="{C9B5AFDC-19F5-52B3-9842-C951C521F636}" dt="2026-05-05T17:21:35.909" v="0" actId="767"/>
          <ac:spMkLst>
            <pc:docMk/>
            <pc:sldMk cId="0" sldId="274"/>
            <ac:spMk id="2" creationId="{E34CE032-223C-B3DB-6F68-2C5C10FEB563}"/>
          </ac:spMkLst>
        </pc:spChg>
        <pc:spChg chg="add mod">
          <ac:chgData name="Lee, Danny" userId="c8f69bd6-2ec2-4110-847e-fd81644c98b2" providerId="ADAL" clId="{C9B5AFDC-19F5-52B3-9842-C951C521F636}" dt="2026-05-05T17:21:36.805" v="1" actId="767"/>
          <ac:spMkLst>
            <pc:docMk/>
            <pc:sldMk cId="0" sldId="274"/>
            <ac:spMk id="3" creationId="{B8EBBB8A-F67C-055B-B2B7-D47A436D41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75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CE032-223C-B3DB-6F68-2C5C10FEB563}"/>
              </a:ext>
            </a:extLst>
          </p:cNvPr>
          <p:cNvSpPr txBox="1"/>
          <p:nvPr/>
        </p:nvSpPr>
        <p:spPr>
          <a:xfrm>
            <a:off x="2401556" y="25723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EBBB8A-F67C-055B-B2B7-D47A436D419F}"/>
              </a:ext>
            </a:extLst>
          </p:cNvPr>
          <p:cNvSpPr txBox="1"/>
          <p:nvPr/>
        </p:nvSpPr>
        <p:spPr>
          <a:xfrm>
            <a:off x="2160396" y="40092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Macintosh PowerPoint</Application>
  <PresentationFormat>Widescreen</PresentationFormat>
  <Paragraphs>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BST 258 Project Presentation</dc:title>
  <dc:subject>PptxGenJS Presentation</dc:subject>
  <dc:creator>Minjae Kim</dc:creator>
  <cp:lastModifiedBy>Lee, Danny</cp:lastModifiedBy>
  <cp:revision>1</cp:revision>
  <dcterms:created xsi:type="dcterms:W3CDTF">2026-05-05T15:37:34Z</dcterms:created>
  <dcterms:modified xsi:type="dcterms:W3CDTF">2026-05-05T17:21:38Z</dcterms:modified>
</cp:coreProperties>
</file>